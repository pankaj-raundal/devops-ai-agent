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3A4A"/>
                </a:solidFill>
                <a:latin typeface="Calibri"/>
              </a:defRPr>
            </a:pPr>
            <a:r>
              <a:t>DevOps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73E8"/>
                </a:solidFill>
                <a:latin typeface="Calibri"/>
              </a:defRPr>
            </a:pPr>
            <a:r>
              <a:t>Automated Story-to-Code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0552" cy="27432"/>
          </a:xfrm>
          <a:prstGeom prst="rect">
            <a:avLst/>
          </a:prstGeom>
          <a:solidFill>
            <a:srgbClr val="DA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Calibri"/>
              </a:defRPr>
            </a:pPr>
            <a:r>
              <a:t>AI-powered automation that reads Azure DevOps stories, implements code changes,</a:t>
            </a:r>
            <a:br/>
            <a:r>
              <a:t>runs tests, and performs code review — reducing developer cycle time by up to 60%.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E"/>
                </a:solidFill>
                <a:latin typeface="Calibri"/>
              </a:defRPr>
            </a:pPr>
            <a:r>
              <a:t>Presented by: Pankaj Raundal  |  Team: VTD Producer Connectors  | 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280160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5361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Calibri"/>
              </a:defRPr>
            </a:pPr>
            <a:r>
              <a:t>Current challenges in the development workflow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938528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Calibri"/>
              </a:defRPr>
            </a:pPr>
            <a:r>
              <a:t>What DevOps AI Agent does and how it works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96896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78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Architecture &amp;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52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Calibri"/>
              </a:defRPr>
            </a:pPr>
            <a:r>
              <a:t>Technical design, dual AI strategy, and flow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255264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36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112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Calibri"/>
              </a:defRPr>
            </a:pPr>
            <a:r>
              <a:t>Plan-Approve-Execute, smart merge, queue, and more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913632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95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Live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169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Calibri"/>
              </a:defRPr>
            </a:pPr>
            <a:r>
              <a:t>Real-time monitoring, plan approval, and control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571999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537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Benefits &amp; 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82803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Calibri"/>
              </a:defRPr>
            </a:pPr>
            <a:r>
              <a:t>Measurable impact on team productivity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230368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Calibri"/>
              </a:defRPr>
            </a:pPr>
            <a:r>
              <a:t>Path to production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E"/>
                </a:solidFill>
                <a:latin typeface="Calibri"/>
              </a:defRPr>
            </a:pPr>
            <a:r>
              <a:t>Current developer workflow is manual and repetitive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846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Time-Consuming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Developers spend 30-45 min per story just on</a:t>
            </a:r>
            <a:br/>
            <a:r>
              <a:t>setup: read story, create branch, scaffold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4846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164592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Repetitive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14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Same pattern every time: fetch story → branch →</a:t>
            </a:r>
            <a:br/>
            <a:r>
              <a:t>implement → test → review → commit.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4846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Human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Manual processes lead to missed acceptance criteria,</a:t>
            </a:r>
            <a:br/>
            <a:r>
              <a:t>inconsistent branch naming, skipped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566160"/>
            <a:ext cx="4846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No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Managers lack insight into implementation progress.</a:t>
            </a:r>
            <a:br/>
            <a:r>
              <a:t>No real-time tracking or audit trail.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725912" cy="6400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Result: Slower delivery, inconsistent quality, and developer frustration.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The Solution: DevOps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E"/>
                </a:solidFill>
                <a:latin typeface="Calibri"/>
              </a:defRPr>
            </a:pPr>
            <a:r>
              <a:t>End-to-end automation from story assignment to review-ready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A4A"/>
                </a:solidFill>
                <a:latin typeface="Calibri"/>
              </a:defRPr>
            </a:pPr>
            <a:r>
              <a:t>A Python CLI tool + web dashboard that automates the entire developer workflow: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1965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Read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Fetches assigned story</a:t>
            </a:r>
            <a:br/>
            <a:r>
              <a:t>from Azure DevOps</a:t>
            </a:r>
            <a:br/>
            <a:r>
              <a:t>(or Zendesk ticket)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148840"/>
            <a:ext cx="1965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233172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260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AI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0040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Analyzes complexity,</a:t>
            </a:r>
            <a:br/>
            <a:r>
              <a:t>risk, and determines</a:t>
            </a:r>
            <a:br/>
            <a:r>
              <a:t>if code changes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2148840"/>
            <a:ext cx="1965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20640" y="233172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9260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Create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20040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Auto-creates properly</a:t>
            </a:r>
            <a:br/>
            <a:r>
              <a:t>named feature branch</a:t>
            </a:r>
            <a:br/>
            <a:r>
              <a:t>following conventions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2148840"/>
            <a:ext cx="1965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60920" y="233172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9260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Plan &amp;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20040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AI generates a plan;</a:t>
            </a:r>
            <a:br/>
            <a:r>
              <a:t>human reviews per-file</a:t>
            </a:r>
            <a:br/>
            <a:r>
              <a:t>before any code is written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148840"/>
            <a:ext cx="1965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0" y="233172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9260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Test &amp;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20040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Runs tests (PHPUnit,</a:t>
            </a:r>
            <a:br/>
            <a:r>
              <a:t>PHPCS, PHPStan) +</a:t>
            </a:r>
            <a:br/>
            <a:r>
              <a:t>AI code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937760"/>
            <a:ext cx="2286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5029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9453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486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A7E"/>
                </a:solidFill>
                <a:latin typeface="Calibri"/>
              </a:defRPr>
            </a:pPr>
            <a:r>
              <a:t>Faster Delivery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4937760"/>
            <a:ext cx="2286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5029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73E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486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A7E"/>
                </a:solidFill>
                <a:latin typeface="Calibri"/>
              </a:defRPr>
            </a:pPr>
            <a:r>
              <a:t>Test Coverage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937760"/>
            <a:ext cx="2286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5029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88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486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A7E"/>
                </a:solidFill>
                <a:latin typeface="Calibri"/>
              </a:defRPr>
            </a:pPr>
            <a:r>
              <a:t>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Architecture &amp;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E"/>
                </a:solidFill>
                <a:latin typeface="Calibri"/>
              </a:defRPr>
            </a:pPr>
            <a:r>
              <a:t>Modular, extensible Python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371600" cy="82296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Zendesk</a:t>
            </a:r>
            <a:br/>
            <a:r>
              <a:t>Ticket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ADEE3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1371600"/>
            <a:ext cx="1371600" cy="8229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Azure DevOps</a:t>
            </a:r>
            <a:br/>
            <a:r>
              <a:t>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8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ADEE3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6" y="1371600"/>
            <a:ext cx="1371600" cy="8229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Analysis</a:t>
            </a:r>
            <a:br/>
            <a:r>
              <a:t>&amp;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8616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ADEE3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66944" y="1371600"/>
            <a:ext cx="137160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Plan &amp;</a:t>
            </a:r>
            <a:br/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2824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ADEE3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31152" y="1371600"/>
            <a:ext cx="1371600" cy="82296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Implement</a:t>
            </a:r>
            <a:br/>
            <a:r>
              <a:t>(CLI/API)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ADEE3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371600"/>
            <a:ext cx="1371600" cy="8229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Test &amp;</a:t>
            </a:r>
            <a:br/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ADEE3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59568" y="1371600"/>
            <a:ext cx="1371600" cy="82296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Branch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Module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src/cli.py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26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Click CLI — 8 commands (fetch, run, run-all, watch, webhook, dashboard...)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src/pipeline.py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429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End-to-end orchestrator with queue, plan-approve-execute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src/agent/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Analyzer, plan engine (append/replace merge), implementation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src/integrations/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Azure DevOps, Zendesk, Git (workspace reset), Webhook connectors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src/reviewer/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Test runner (PHPUnit/PHPCS/PHPStan) + AI code 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src/dashboard/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440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Flask web UI with SSE streaming + plan approval modal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Python 3.10+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Calibri"/>
              </a:defRPr>
            </a:pPr>
            <a:r>
              <a:t>AI Provider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GitHub Models API (GPT-4o)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Calibri"/>
              </a:defRPr>
            </a:pPr>
            <a:r>
              <a:t>AI CLI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Claude Code CLI / Codex CLI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Calibri"/>
              </a:defRPr>
            </a:pPr>
            <a:r>
              <a:t>CLI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Click + Rich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Flask + SSE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212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Azure DevOps (az CLI)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669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Calibri"/>
              </a:defRPr>
            </a:pPr>
            <a:r>
              <a:t>VCS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GitPython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Plan-Approve-Execute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AI generates structured plan with</a:t>
            </a:r>
            <a:br/>
            <a:r>
              <a:t>per-file changes. Human reviews and</a:t>
            </a:r>
            <a:br/>
            <a:r>
              <a:t>approves before any code is written.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2801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Smart Merge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3172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CLI tools read files &amp; replace.</a:t>
            </a:r>
            <a:br/>
            <a:r>
              <a:t>API returns only new code — pipeline</a:t>
            </a:r>
            <a:br/>
            <a:r>
              <a:t>appends to existing files safely.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801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State Transitions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33172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Automatically moves stories to</a:t>
            </a:r>
            <a:br/>
            <a:r>
              <a:t>Testing/Evaluation states to prevent</a:t>
            </a:r>
            <a:br/>
            <a:r>
              <a:t>re-processing.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2801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52560" y="146304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Story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3172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Batch-process multiple stories</a:t>
            </a:r>
            <a:br/>
            <a:r>
              <a:t>with workspace reset between each.</a:t>
            </a:r>
            <a:br/>
            <a:r>
              <a:t>Full per-story tracking.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490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Data Consent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0060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Security-first: explicit consent before</a:t>
            </a:r>
            <a:br/>
            <a:r>
              <a:t>sending any code or story data to</a:t>
            </a:r>
            <a:br/>
            <a:r>
              <a:t>external AI providers.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7490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3280" y="393192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Write-back &amp;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80060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Posts AI results back to Azure</a:t>
            </a:r>
            <a:br/>
            <a:r>
              <a:t>DevOps and Zendesk. Real-time</a:t>
            </a:r>
            <a:br/>
            <a:r>
              <a:t>toast notifications + Slack.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7490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0" y="3931920"/>
            <a:ext cx="502920" cy="50292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AI Analysis &amp; Triage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80060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Analyzes complexity, risk, and</a:t>
            </a:r>
            <a:br/>
            <a:r>
              <a:t>affected areas. Determines if code</a:t>
            </a:r>
            <a:br/>
            <a:r>
              <a:t>changes are actually needed.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37490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52560" y="3931920"/>
            <a:ext cx="502920" cy="502920"/>
          </a:xfrm>
          <a:prstGeom prst="ellipse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A4A"/>
                </a:solidFill>
                <a:latin typeface="Calibri"/>
              </a:defRPr>
            </a:pPr>
            <a:r>
              <a:t>Watch &amp; Webhook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80060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Polls for new stories or receives</a:t>
            </a:r>
            <a:br/>
            <a:r>
              <a:t>push events. Auto-runs pipeline.</a:t>
            </a:r>
            <a:br/>
            <a:r>
              <a:t>Set it and forget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E"/>
                </a:solidFill>
                <a:latin typeface="Calibri"/>
              </a:defRPr>
            </a:pPr>
            <a:r>
              <a:t>Real-time monitoring and control via web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t>Real-Time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Server-Sent Events (SSE) stream</a:t>
            </a:r>
            <a:br/>
            <a:r>
              <a:t>pipeline stages live to the browser.</a:t>
            </a:r>
            <a:br/>
            <a:r>
              <a:t>10-stage visual progress 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t>Plan Approval 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745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Review AI-generated plans per-file.</a:t>
            </a:r>
            <a:br/>
            <a:r>
              <a:t>Approve, reject, or inspect code</a:t>
            </a:r>
            <a:br/>
            <a:r>
              <a:t>before any changes are applied.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60320" cy="1828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t>Story Queue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View all queued stories, track status</a:t>
            </a:r>
            <a:br/>
            <a:r>
              <a:t>(queued/in-progress/done/failed).</a:t>
            </a:r>
            <a:br/>
            <a:r>
              <a:t>Click any story to see its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560320" cy="1828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t>Pipeline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Fetch Story, Run Pipeline, Run All,</a:t>
            </a:r>
            <a:br/>
            <a:r>
              <a:t>Dashboard — all with one click.</a:t>
            </a:r>
            <a:br/>
            <a:r>
              <a:t>Toast alerts for every event.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Calibri"/>
              </a:defRPr>
            </a:pPr>
            <a:r>
              <a:t>CLI Commands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10515600" cy="32918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dai fetch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965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Fetch latest assigned story from Azure DevOps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16552"/>
            <a:ext cx="105156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43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dai run [-s ID]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4398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Full pipeline: fetch → branch → implement → test →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64024"/>
            <a:ext cx="10515600" cy="32918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914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dai run-all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79145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Queue all matching stories and process sequentially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11496"/>
            <a:ext cx="105156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38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dai implement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138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Implement current story (reads .current-story.md)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58968"/>
            <a:ext cx="10515600" cy="32918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dai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Run tests + AI code review on current changes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105156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833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dai watch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833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Poll for new stories and auto-run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6153912"/>
            <a:ext cx="10515600" cy="32918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181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dai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618134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Launch the web dashboard on port 8090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6501384"/>
            <a:ext cx="105156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528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  <a:latin typeface="Calibri"/>
              </a:defRPr>
            </a:pPr>
            <a:r>
              <a:t>dai webhook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Start Flask webhook server for push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Benefits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E"/>
                </a:solidFill>
                <a:latin typeface="Calibri"/>
              </a:defRPr>
            </a:pPr>
            <a:r>
              <a:t>Measurable impact on team productivity and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10A"/>
                </a:solidFill>
                <a:latin typeface="Calibri"/>
              </a:defRPr>
            </a:pPr>
            <a:r>
              <a:t>Before (Manual)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53"/>
                </a:solidFill>
                <a:latin typeface="Calibri"/>
              </a:defRPr>
            </a:pPr>
            <a:r>
              <a:t>After (AI Agent)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379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✗  30-45 min per story for setup and scaffolding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379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✓  5-10 min — AI handles setup and 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865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✗  Manual branch creation and naming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865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✓  Auto-created branches following naming conventions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352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✗  Developers read and interpret stories manually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352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✓  AI generates plan, human approves per-file before apply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8999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✗  Tests often skipped under time pressure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428999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8386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✓  Automated test suite runs on every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7764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325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✗  No visibility into implementation progress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97764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325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✓  Real-time dashboard with plan approval + story tracking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5811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✗  Inconsistent code review quality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52628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5811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✓  CLI reads files directly; API appends safely (no wipes)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303520"/>
            <a:ext cx="10725912" cy="10972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73E8"/>
                </a:solidFill>
                <a:latin typeface="Calibri"/>
              </a:defRPr>
            </a:pPr>
            <a:r>
              <a:t>~60%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486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reduction in story cycle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73E8"/>
                </a:solidFill>
                <a:latin typeface="Calibri"/>
              </a:defRPr>
            </a:pPr>
            <a:r>
              <a:t>~80%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486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fewer manual repetitive 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73E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486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automated test + review 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73E8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5486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pipeline availability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How It Works — Demo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Set up Azure DevOps org, project,</a:t>
            </a:r>
            <a:br/>
            <a:r>
              <a:t>AI provider, and target project path</a:t>
            </a:r>
            <a:br/>
            <a:r>
              <a:t>in config.yaml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4839" y="1508760"/>
            <a:ext cx="457200" cy="45720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199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Assign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Assign a story in Azure DevOps</a:t>
            </a:r>
            <a:br/>
            <a:r>
              <a:t>with the 'auto' tag to trigger</a:t>
            </a:r>
            <a:br/>
            <a:r>
              <a:t>AI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37160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83879" y="1508760"/>
            <a:ext cx="457200" cy="457200"/>
          </a:xfrm>
          <a:prstGeom prst="ellipse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39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53"/>
                </a:solidFill>
                <a:latin typeface="Calibri"/>
              </a:defRPr>
            </a:pPr>
            <a:r>
              <a:t>Run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1031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Execute `dai run` or `dai run-all`</a:t>
            </a:r>
            <a:br/>
            <a:r>
              <a:t>or use the web dashboard</a:t>
            </a:r>
            <a:br/>
            <a:r>
              <a:t>to trigger 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406908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AI 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AI reads story, generates structured</a:t>
            </a:r>
            <a:br/>
            <a:r>
              <a:t>plan with per-file changes, risk</a:t>
            </a:r>
            <a:br/>
            <a:r>
              <a:t>assessment, and testing steps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39" y="4069080"/>
            <a:ext cx="457200" cy="457200"/>
          </a:xfrm>
          <a:prstGeom prst="ellipse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10A"/>
                </a:solidFill>
                <a:latin typeface="Calibri"/>
              </a:defRPr>
            </a:pPr>
            <a:r>
              <a:t>Approve &amp; 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Human reviews plan, approves or</a:t>
            </a:r>
            <a:br/>
            <a:r>
              <a:t>rejects per-file. CLI reads files</a:t>
            </a:r>
            <a:br/>
            <a:r>
              <a:t>directly; API appends safely.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83879" y="4069080"/>
            <a:ext cx="457200" cy="457200"/>
          </a:xfrm>
          <a:prstGeom prst="ellipse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39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53"/>
                </a:solidFill>
                <a:latin typeface="Calibri"/>
              </a:defRPr>
            </a:pPr>
            <a:r>
              <a:t>Test &amp; 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Automated tests run, AI reviews diff,</a:t>
            </a:r>
            <a:br/>
            <a:r>
              <a:t>results written back to story.</a:t>
            </a:r>
            <a:br/>
            <a:r>
              <a:t>Ready for human review!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A4A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E"/>
                </a:solidFill>
                <a:latin typeface="Calibri"/>
              </a:defRPr>
            </a:pPr>
            <a:r>
              <a:t>Path from prototype to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20440" cy="82296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✓  Phase 1 —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Prototype (Completed)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35204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Plan-Approve-Execute model with per-file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Smart merge: CLI reads files / API appends safely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Story queue with workspace reset between 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Dashboard with plan approval modal + 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State transitions + write-back to DevOps/Zendesk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Data consent, resume support, alert toasts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371600"/>
            <a:ext cx="3520440" cy="8229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447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→  Phase 2 — Short 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Stabilization (Q2 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240280"/>
            <a:ext cx="35204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3774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Concurrent execution lock + rebase conflict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803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Plan approval timeout + empty workspace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832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Dashboard auth + webhook HMAC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86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Comprehensive test suite + CI/CD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3891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Docker containerization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371600"/>
            <a:ext cx="3520440" cy="8229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4447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◎  Phase 3 — Medium Term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7830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Scale (Q3-Q4 2026)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240280"/>
            <a:ext cx="35204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3774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Multi-team &amp; multi-project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803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PR auto-creation and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3832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Learning from past implementations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886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Metrics &amp; analytics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3891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Calibri"/>
              </a:defRPr>
            </a:pPr>
            <a:r>
              <a:t>•  Slack / Teams integration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217920"/>
            <a:ext cx="11274552" cy="6400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291072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73E8"/>
                </a:solidFill>
                <a:latin typeface="Calibri"/>
              </a:defRPr>
            </a:pPr>
            <a:r>
              <a:t>Ask:  Approval to dedicate 2 sprints for Phase 2 stabilization and team onboarding.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3A4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73E8"/>
                </a:solidFill>
                <a:latin typeface="Calibri"/>
              </a:defRPr>
            </a:pPr>
            <a:r>
              <a:t>DevOps AI Agent — Automating the Tedious, Empowering the Developer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30552" cy="27432"/>
          </a:xfrm>
          <a:prstGeom prst="rect">
            <a:avLst/>
          </a:prstGeom>
          <a:solidFill>
            <a:srgbClr val="DA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657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✓  Plan-Approve-Execute: Safe, human-in-the-loop AI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069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✓  Smart merge: CLI reads files directly, API appends without wiping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480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✓  Dashboard with plan approval, story queue, and real-time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92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✓  Ready for Phase 2 hardening and team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E"/>
                </a:solidFill>
                <a:latin typeface="Calibri"/>
              </a:defRPr>
            </a:pPr>
            <a:r>
              <a:t>Pankaj Raundal  |  VTD Producer Connectors  |  devops-ai-agent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